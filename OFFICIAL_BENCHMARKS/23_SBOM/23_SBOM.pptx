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2026-10-02T09:26:41.816643Z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2862323157ee0e01dab7d15305f22c7a2d680445e906e300699b6c6c926eecfa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2026-10-02T09:26:41.816643Z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