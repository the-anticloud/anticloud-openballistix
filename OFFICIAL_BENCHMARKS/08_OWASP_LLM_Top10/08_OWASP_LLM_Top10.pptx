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08 Owasp Llm Top10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2026-10-02T09:26:39.244803Z | Framework ID: 08_OWASP_LLM_Top10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OWASP GenAI Top 10 for LLMs v1.1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LLM01 Prompt Injection: mitigated; LLM06 Sensitive Info Disclosure: mitigated via AES-256-GCM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8/10 controls: MITIGATED; 2/10: PARTIAL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 prevents LLM06; Provenance chain prevents LLM09 (Misinformation)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190ad77e20c34275c373b8fd49120c6ea4585103454476faef475836804f986f</a:t>
            </a:r>
          </a:p>
          <a:p>
            <a:r>
              <a:rPr sz="1000">
                <a:solidFill>
                  <a:srgbClr val="222222"/>
                </a:solidFill>
              </a:rPr>
              <a:t>  SHA3-256 (chain) | 9206821217dc9e7b8705afe347fc072305e15c976bf080cb707045dedc54cb74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2026-10-02T09:26:39.244803Z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