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2026-10-02T09:26:42.240473Z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d21745a93e30bbf8bf6c4978a9fe2b46a23216910280cfd90ed82291833f89e0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2026-10-02T09:26:42.240473Z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