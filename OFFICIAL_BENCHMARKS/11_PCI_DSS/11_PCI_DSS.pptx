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2026-10-02T09:26:39.709052Z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a0dee2eba4acd0b273e2968bb548153386a22d531283f5cd2cbc22c42b87f82d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2026-10-02T09:26:39.709052Z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